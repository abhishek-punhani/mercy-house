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Broad story inspiration only. Sources: https://tv.apple.com/nz/episode/thin-red-line/umc.cmc.343dcf9kznkxsuz2rx6jcazs9 ; https://www.tvmaze.com/episodes/8884/the-mentalist-1x07-seeing-red ; https://www.netflix.com/tudum/articles/his-hers-episode-6-recap-ending-explained . Full details and limits: SOURCE_TRAINING_REPORT.md.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repository: https://github.com/Abhishek-Punhani/mercy-house . Public demo: https://mercyhouse.abhi07.xyz . QR codes contain only these URLs. Watching needs no login or key; a new public live run uses a visitor key for the configured provider.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Abhishek-Punhani/mercy-house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mercyhouse.abhi07.xyz" TargetMode="Externa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KASUKABE DEFENCE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MERCY 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A detective game that checks the evidence behind every conclusion.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01 /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60704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66E6CD"/>
                </a:solidFill>
                <a:latin typeface="DejaVu Sans"/>
              </a:defRPr>
            </a:pPr>
            <a:r>
              <a:t>Find the truth. Show the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337560"/>
            <a:ext cx="1042416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4B6CD"/>
                </a:solidFill>
                <a:latin typeface="DejaVu Sans"/>
              </a:defRPr>
            </a:pPr>
            <a:r>
              <a:t>PRESENTED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Aditya Ahirwar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Abhishek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Tapis Samaiya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RL Environment Hackathon  /  Games &amp; World Simulations  /  Team Kasukabe Defence Force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 murder. Many accounts. One investigation.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02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4937760" cy="10515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66E6CD"/>
                </a:solidFill>
                <a:latin typeface="DejaVu Sans"/>
              </a:defRPr>
            </a:pPr>
            <a:r>
              <a:t>Bhairav’s Hollow, 1900.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4892040" cy="1371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EDF4FF"/>
                </a:solidFill>
                <a:latin typeface="DejaVu Sans"/>
              </a:defRPr>
            </a:pPr>
            <a:r>
              <a:t>A physician dies while trying to expose old records. The detective knows the people involved. Some accounts are mistaken; some evidence was planted.</a:t>
            </a:r>
          </a:p>
        </p:txBody>
      </p:sp>
      <p:pic>
        <p:nvPicPr>
          <p:cNvPr id="14" name="Picture 13" descr="ui-int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502" y="1828800"/>
            <a:ext cx="5643154" cy="4114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2374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CASE FAMILIES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LEVELS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 labeled recorded reference investigation. It is a demonstration, not a model-performance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detective chooses every next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Start at the scene with a personal history and an assignment. No solution is supplied.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03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Choose where to go and what to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Ask people what they saw, heard or believe.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6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Compare documents and physical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Make conclusions and cite the records behind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78992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The detective can be wrong, follow a false lead, change its mind or finish with unanswered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Judges bring their detective model. Our submission provides the world, tools, characters and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WHAT HAPPENS BEFORE THE DETECTIVE ARRIVES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Actions create the clues.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The engine checks who was present, what they could do and what they could actually observe.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Characters move, act and handle objects.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CONSEQUENCES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engine records injuries and physical changes.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THE WITNESSES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Each person remembers only their own experience.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065776"/>
            <a:ext cx="10789920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Remove the assault: no fatal injury. Keep the brake intact: no coach deaths. Leave the drink unchanged: no poisoning death.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Starting incidents replay recorded or authored actions for repeatable tests. A continuously autonomous town is not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CHARACTER CONVERSATIONS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Each person has a life beyond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Family, work, relationships and private memories shape what a character is willing to say.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05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8892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WHAT THEY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Their own history and local experiences. They cannot inspect another person’s memories.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7136" y="278892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WHAT THEY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Reassurance and relevant evidence can unlock a reluctant account. A character may still refuse.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0727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19" y="278892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WHAT THEY SAY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A separate model call writes the spoken reply using only the released recollections.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Witnesses do not receive the answer file. Conversation alone cannot create evidence or change what happened.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FINISHED INVESTIGATION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Read the report—and why it passed or failed.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06 / 14</a:t>
            </a:r>
          </a:p>
        </p:txBody>
      </p:sp>
      <p:pic>
        <p:nvPicPr>
          <p:cNvPr id="12" name="Picture 11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482" y="1828800"/>
            <a:ext cx="5643154" cy="4114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2057400"/>
            <a:ext cx="4069080" cy="3520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16952" y="22402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544" y="2267712"/>
            <a:ext cx="3566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VISIBLE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2" y="2898648"/>
            <a:ext cx="3648456" cy="2560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submitted conclusions.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Links to acquired evidence.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Supported and unsupported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score and its explanation.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an actual beginner investigation that scored 1.0. The written narrative is shown, but is not automatically fact-checked.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we built.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07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Runs the world, checks actions, stores evidence and scores reports.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7530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9896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JAVASCRIPT + SVG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Shows places, characters, dialogue, evidence and the final report.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165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Separates the hidden world, model access, run controller and detective’s 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08008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MODEL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Power the detective and character conversations. The viewer streams their public actions.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Hosted on Google Cloud with Terraform, Cloudflare DNS and Caddy HTTPS. The public website needs no account.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LEARNING WHICH ACTION TO 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did we train?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trained a small action selector. We did not change the language model’s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08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1  READ THE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Use acquired records, past actions and remaining steps.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2  CONSIDER CHOICES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Receive several possible searches, questions, comparisons or reports.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3  PICK AN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Learn which choices tend to lead to a supported conclusion.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285232"/>
            <a:ext cx="10835640" cy="4754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After repeated practice, successful action sequences become more likely. This is the reinforcement-learning part.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 method is REINFORCE. Training used written rules to propose choices; the full-case test used language-model proposals.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TRAINING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Three story ideas became practice problems.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wrote new interactive exercises inspired by these stories. We did not train on complete episode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09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MENTALIST · S1E8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Two people died. Which one was the intended target? Check the instruction and passenger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MENTALIST · S1E7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Someone predicted a death. That does not prove murder. Check who wrote the warning.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HIS &amp; 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 familiar relative can be guilty or innocent. Use a first-hand account and physical evidence, not loyalty or gossip.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Both culprit assignments appear. Some evidence is already acquired when practice begins. The original full inquest is excluded from this new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SCORING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Reward proof, not a confident accusation.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10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DURING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1 point: the requested conclusion has valid acquired evidence, with no false or unsupported claims.</a:t>
            </a:r>
          </a:p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0 points: otherwise.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593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DURING A FULL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Credit for supported required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−0.20 per distinct false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−0.10 per distinct unsupported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Final score stays between 0 and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correct guess without evidence earns no credit. A Python verifier assigns the score; a language model does not grade the investigation.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Practice improved. Full cases remain difficult.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11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920240"/>
            <a:ext cx="1088136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66E6CD"/>
                </a:solidFill>
                <a:latin typeface="DejaVu Sans"/>
              </a:defRPr>
            </a:pPr>
            <a:r>
              <a:t>6,000 practice runs · 132 learned weights · 48 seconds on a CPU · no training API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Before training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99008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2990088"/>
            <a:ext cx="135731" cy="201168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9880" y="288036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3/96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70332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sampled choices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381304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97880" y="3813048"/>
            <a:ext cx="4026693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370332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89/96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52628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top choice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69880" y="452628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96/96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78992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48 practice setups and 48 separate test setups. Each test setup was evaluated twice, using the same kinds of practice problem.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These results measure choosing among prepared actions. They do not show that a model can solve any murder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FULL INVESTIGATIONS EXCLUDED FROM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harder test exposed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froze the new weights, then tested two tasks from the original Mercy House incident.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12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2852928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Establish the fatal assault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6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6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8620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133087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Explain all seven material 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6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40680"/>
            <a:ext cx="10698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Neither method completed the two tasks. Full-case improvement remains unproven.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Same proposal rules, fixed character responses and 40 choices per run. Four runs are a small comparison, not a broad performance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TESTING AND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Checked, corrected and ready to inspect.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13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CASE 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184 task-and-seed checks passed. We fixed mixed-up roles, weak document attribution and impossible witness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17136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SOFTWARE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120 world/runtime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9 earlier regression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9 viewer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Desktop and mobile checks.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7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19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1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TRY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Open the demo without signing in. Watch a recorded case, or enter your own API key to start a live investigation.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hosted beginner test scored 1.0. Difficult live cases remain unproven; a witness can refuse to disclose crucial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QUESTIONS &amp;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Scan to explore the source or watch an investigation unfold.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SOURCE REPOSITORY</a:t>
            </a:r>
          </a:p>
        </p:txBody>
      </p:sp>
      <p:pic>
        <p:nvPicPr>
          <p:cNvPr id="15" name="Picture 14" descr="qr-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1865376" cy="1865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62656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github.com/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Abhishek-Punhani/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mercy-house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Public source and project documentation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LIVE DEMONSTRATION</a:t>
            </a:r>
          </a:p>
        </p:txBody>
      </p:sp>
      <p:pic>
        <p:nvPicPr>
          <p:cNvPr id="20" name="Picture 19" descr="qr-live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3246120"/>
            <a:ext cx="1865376" cy="1865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95360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5"/>
              </a:rPr>
              <a:t>mercyhouse.abhi07.xyz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Open access · no sign-in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Aditya Ahirwar  •  Abhishek  •  Tapis Samaiya  |  Kasukabe Defence Force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E6CD"/>
      </a:hlink>
      <a:folHlink>
        <a:srgbClr val="A2AD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